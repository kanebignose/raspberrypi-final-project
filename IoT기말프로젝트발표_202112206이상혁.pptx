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8553E-AC66-D1FC-DEA6-7CF2E48B59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C030676-5B1B-915D-73F4-B3A8D4365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3A851-8845-4D56-72C4-1FC3AB89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72E538-D12E-C690-5123-E36CA166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83FD7F-12BC-20AF-1AD9-51C9677B6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964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F60CAC-2E19-99A8-CF7B-4F137CB46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D8FA4-EFA4-9EDA-1B87-0D6368567A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9EF955-A808-E47B-44B0-939D99873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67C2CB-49E3-AEFB-FAC3-D0C2AA11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189298-3DA5-EFE8-02AC-D4C428F16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87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59C1A-F519-3EEC-1BDF-C3DD575A9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EC214F-EBD9-52AF-55C7-9AD52A538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136D48-BEAA-F8FB-300D-DCCA3810F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F58FD-EE9A-9FA4-E66A-638D546B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6E1B28-ED3D-8452-92DF-C16316EA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4613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B7F724-F1DA-DDC1-B73A-16DB1545F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D6431D-49CE-7EC0-4A0A-548FA1462B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9B1000-C058-7244-CD5A-B63928EE4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068D1C5-DD6D-3808-4718-E232BEB2C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D292AA-937F-0CD2-B113-AEC23D495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1F6600-360F-22A6-6EA4-8C24CE216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94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9F52F-9603-A494-2FA6-F32FA8BE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D0F226-802F-DA81-8D85-938BC1B293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F81FED-5FF2-A90E-976F-94E6FC15B9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2BAEC99-3F01-0CC3-38C7-C3B6BBFB6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83BDA14-F342-2A39-C7AB-789B061DE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EAADE6-EAFF-041B-0C77-52FC3733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D38E1A-D1DD-1481-BCDB-8AD87AE99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9F7A0E8-FD99-5B0F-5594-FB3C7D78B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3503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3147EC-C708-FEFA-ECF5-DFC3B189B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E69EF1-AD79-F56B-C37C-F2F01A507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143ABBB-F425-1219-5F4E-BBB7F247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D028B4F-1583-D48A-8A4E-9C31C0408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4086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C4BA81-3A32-C893-214D-06EFFCA6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77D88CA-FE46-24B5-5D5B-44210F736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5009D7-994F-3DF5-4562-B54BFA8FA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568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61F2CA-DA4D-4B02-7A74-6424C37E2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15D0B5-52EC-2AD4-5863-F0B4487C8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6602BF-A6F6-2AC5-8A37-CAA7EEA94F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B33509E-9CD8-3F6C-2B49-D4F1BDE42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8C121E-A03D-F4AB-8D8B-5A8E13EEA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FD60B4-4A9F-8FA5-7CC3-72F781571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869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1C9C7-5101-ACD8-FE88-85AFFAFE3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BE1C0D-6B72-7EA7-5826-9FE2990B6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6A2DCA-D04C-F16F-8F29-A82DB15E5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01A0C63-6E00-C962-9F32-4BCA306A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F4BE0BB-6C35-3953-4D2B-5A16FF00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820BD41-626E-CB84-EC96-311DD604F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9706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812CA4-6B57-EA3E-92C2-B50095911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EE3CAC-AEE3-9133-7C65-77C0A41AB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F2E01F-1BD1-257F-E50C-FF156AF19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17F63C-8716-F525-009F-2AD799DA1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026234-8F41-6837-E6C6-7C9B8976F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272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5742AFD-78CB-1DF3-E86F-1F8A037539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A20677-667B-B873-859C-7908AC333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3C0200-47B4-01AE-1250-2B33FBB4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BD77DA-E881-8436-540E-F0C7F6755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89A4E-9EDB-25C0-ACC4-726C8FBE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372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9852A0D-B272-E71B-9632-BD913A086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21CA8D-FE67-F204-C093-B54ABF875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65F564-3DD1-703A-0450-914BE09B77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CD3F8-A60B-4B7D-9B2F-B1CBC5A54271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F0B62A-81FB-A3D8-F663-4D8B875AE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7A962A-6D74-9067-B37E-96510F6B3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385578-E025-44E9-8445-E62B3E8091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7057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7726679" y="-228600"/>
            <a:ext cx="4526280" cy="7498079"/>
          </a:xfrm>
          <a:prstGeom prst="parallelogram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8732520" y="-320040"/>
            <a:ext cx="3520440" cy="7635240"/>
          </a:xfrm>
          <a:prstGeom prst="parallelogram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4672" y="1353312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1408176"/>
            <a:ext cx="11612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IoT 기말 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011680"/>
            <a:ext cx="62179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0F172A"/>
                </a:solidFill>
                <a:latin typeface="Noto Sans CJK KR"/>
              </a:rPr>
              <a:t>깜놀 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999232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64748B"/>
                </a:solidFill>
                <a:latin typeface="Noto Sans CJK KR"/>
              </a:rPr>
              <a:t>심박수 측정 기반 깜놀 영상 테스트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3803904"/>
            <a:ext cx="16002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5047488"/>
            <a:ext cx="41148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1E293B"/>
                </a:solidFill>
                <a:latin typeface="Noto Sans CJK KR"/>
              </a:rPr>
              <a:t>202112206 16 번 이상혁</a:t>
            </a:r>
          </a:p>
        </p:txBody>
      </p:sp>
    </p:spTree>
    <p:extLst>
      <p:ext uri="{BB962C8B-B14F-4D97-AF65-F5344CB8AC3E}">
        <p14:creationId xmlns:p14="http://schemas.microsoft.com/office/powerpoint/2010/main" val="1711480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프로젝트 기획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57276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>
                <a:solidFill>
                  <a:srgbClr val="2563EB"/>
                </a:solidFill>
                <a:latin typeface="Noto Sans CJK KR"/>
              </a:rPr>
              <a:t>Project Goal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93392"/>
            <a:ext cx="47548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깜놀 영상을 재생하고
심박수 측정을 진행하여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47548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2563EB"/>
                </a:solidFill>
                <a:latin typeface="Noto Sans CJK KR"/>
              </a:rPr>
              <a:t>평균 심박수가 얼마인지 알아보기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627632"/>
            <a:ext cx="434340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784848" y="20116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6288" y="2157984"/>
            <a:ext cx="3200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093976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E293B"/>
                </a:solidFill>
                <a:latin typeface="Noto Sans CJK KR"/>
              </a:rPr>
              <a:t>깜놀 영상 재생</a:t>
            </a:r>
          </a:p>
        </p:txBody>
      </p:sp>
      <p:sp>
        <p:nvSpPr>
          <p:cNvPr id="13" name="Oval 12"/>
          <p:cNvSpPr/>
          <p:nvPr/>
        </p:nvSpPr>
        <p:spPr>
          <a:xfrm>
            <a:off x="6784848" y="2999232"/>
            <a:ext cx="502920" cy="50292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76288" y="3145536"/>
            <a:ext cx="3200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308152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E293B"/>
                </a:solidFill>
                <a:latin typeface="Noto Sans CJK KR"/>
              </a:rPr>
              <a:t>심박수 측정 진행</a:t>
            </a:r>
          </a:p>
        </p:txBody>
      </p:sp>
      <p:sp>
        <p:nvSpPr>
          <p:cNvPr id="16" name="Oval 15"/>
          <p:cNvSpPr/>
          <p:nvPr/>
        </p:nvSpPr>
        <p:spPr>
          <a:xfrm>
            <a:off x="6784848" y="3986784"/>
            <a:ext cx="502920" cy="50292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76288" y="4133088"/>
            <a:ext cx="3200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900" b="1">
                <a:solidFill>
                  <a:srgbClr val="FFFFFF"/>
                </a:solidFill>
                <a:latin typeface="Noto Sans CJK K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406908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>
                <a:solidFill>
                  <a:srgbClr val="1E293B"/>
                </a:solidFill>
                <a:latin typeface="Noto Sans CJK KR"/>
              </a:rPr>
              <a:t>평균 심박수 확인</a:t>
            </a:r>
          </a:p>
        </p:txBody>
      </p:sp>
    </p:spTree>
    <p:extLst>
      <p:ext uri="{BB962C8B-B14F-4D97-AF65-F5344CB8AC3E}">
        <p14:creationId xmlns:p14="http://schemas.microsoft.com/office/powerpoint/2010/main" val="228530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사용 모듈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600200"/>
            <a:ext cx="4892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4672" y="1600200"/>
            <a:ext cx="109728" cy="135331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847088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CJK KR"/>
              </a:rPr>
              <a:t>Push Switch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68296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4748B"/>
                </a:solidFill>
                <a:latin typeface="Noto Sans CJK KR"/>
              </a:rPr>
              <a:t>( 버튼 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82512" y="1600200"/>
            <a:ext cx="4892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82512" y="1600200"/>
            <a:ext cx="109728" cy="13533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66560" y="1847088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CJK KR"/>
              </a:rPr>
              <a:t>Text LCD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368296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4748B"/>
                </a:solidFill>
                <a:latin typeface="Noto Sans CJK KR"/>
              </a:rPr>
              <a:t>( 심박수 및 진행 상황 출력 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3502152"/>
            <a:ext cx="4892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" y="3502152"/>
            <a:ext cx="109728" cy="135331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374904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CJK KR"/>
              </a:rPr>
              <a:t>KY-039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270248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4748B"/>
                </a:solidFill>
                <a:latin typeface="Noto Sans CJK KR"/>
              </a:rPr>
              <a:t>( 심박수 측정 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82512" y="3502152"/>
            <a:ext cx="48920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82512" y="3502152"/>
            <a:ext cx="109728" cy="135331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3749040"/>
            <a:ext cx="41605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0F172A"/>
                </a:solidFill>
                <a:latin typeface="Noto Sans CJK KR"/>
              </a:rPr>
              <a:t>MCP3004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4270248"/>
            <a:ext cx="42519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64748B"/>
                </a:solidFill>
                <a:latin typeface="Noto Sans CJK KR"/>
              </a:rPr>
              <a:t>( 아날로그 값 -&gt; 디지털 값 )</a:t>
            </a:r>
          </a:p>
        </p:txBody>
      </p:sp>
    </p:spTree>
    <p:extLst>
      <p:ext uri="{BB962C8B-B14F-4D97-AF65-F5344CB8AC3E}">
        <p14:creationId xmlns:p14="http://schemas.microsoft.com/office/powerpoint/2010/main" val="1811855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00200"/>
            <a:ext cx="425196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563EB"/>
                </a:solidFill>
                <a:latin typeface="Noto Sans CJK KR"/>
              </a:rPr>
              <a:t>상태 전환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48840"/>
            <a:ext cx="40690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400">
                <a:solidFill>
                  <a:srgbClr val="1E293B"/>
                </a:solidFill>
                <a:latin typeface="Noto Sans CJK KR"/>
              </a:defRPr>
            </a:pPr>
            <a:r>
              <a:rPr>
                <a:latin typeface="Noto Sans CJK KR"/>
              </a:rPr>
              <a:t>• 상태 패턴을 기반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400">
                <a:solidFill>
                  <a:srgbClr val="1E293B"/>
                </a:solidFill>
                <a:latin typeface="Noto Sans CJK KR"/>
              </a:defRPr>
            </a:pPr>
            <a:r>
              <a:rPr>
                <a:latin typeface="Noto Sans CJK KR"/>
              </a:rPr>
              <a:t>• 각 상태에서 스위치를 누르면 다음 상태로 이동하도록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315968"/>
            <a:ext cx="3977639" cy="80467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553712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563EB"/>
                </a:solidFill>
                <a:latin typeface="Noto Sans CJK KR"/>
              </a:rPr>
              <a:t>스위치 입력으로 단계별 흐름 제어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1344168"/>
            <a:ext cx="5861304" cy="503834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2023" y="1600200"/>
            <a:ext cx="5309771" cy="45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569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002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563EB"/>
                </a:solidFill>
                <a:latin typeface="Noto Sans CJK KR"/>
              </a:rPr>
              <a:t>BPM 변환 함수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148840"/>
            <a:ext cx="416052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400">
                <a:solidFill>
                  <a:srgbClr val="1E293B"/>
                </a:solidFill>
                <a:latin typeface="Noto Sans CJK KR"/>
              </a:defRPr>
            </a:pPr>
            <a:r>
              <a:rPr>
                <a:latin typeface="Noto Sans CJK KR"/>
              </a:rPr>
              <a:t>• 사용한 심박수 모듈의 값을 그대로 출력하면 우리가 아는 BPM 값이 아니어서 변환을 시켜주는 함수 구현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709160"/>
            <a:ext cx="3977639" cy="694944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4910328"/>
            <a:ext cx="3429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0F766E"/>
                </a:solidFill>
                <a:latin typeface="Noto Sans CJK KR"/>
              </a:rPr>
              <a:t>센서값을 의미 있는 심박수로 해석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1344168"/>
            <a:ext cx="5861304" cy="503834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5238" y="1417320"/>
            <a:ext cx="4717324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729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구현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600200"/>
            <a:ext cx="4297680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2563EB"/>
                </a:solidFill>
                <a:latin typeface="Noto Sans CJK KR"/>
              </a:rPr>
              <a:t>영상 재생과 측정 흐름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075688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  <a:defRPr sz="2200">
                <a:solidFill>
                  <a:srgbClr val="1E293B"/>
                </a:solidFill>
                <a:latin typeface="Noto Sans CJK KR"/>
              </a:defRPr>
            </a:pPr>
            <a:r>
              <a:rPr>
                <a:latin typeface="Noto Sans CJK KR"/>
              </a:rPr>
              <a:t>• mpv 라는 오픈 소스 미디어 플레이어를 다운받고 사용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200">
                <a:solidFill>
                  <a:srgbClr val="1E293B"/>
                </a:solidFill>
                <a:latin typeface="Noto Sans CJK KR"/>
              </a:defRPr>
            </a:pPr>
            <a:r>
              <a:rPr>
                <a:latin typeface="Noto Sans CJK KR"/>
              </a:rPr>
              <a:t>• fork 를 사용하여 자식 프로세스에서 영상을 재생</a:t>
            </a:r>
          </a:p>
          <a:p>
            <a:pPr>
              <a:lnSpc>
                <a:spcPct val="108000"/>
              </a:lnSpc>
              <a:spcAft>
                <a:spcPts val="1000"/>
              </a:spcAft>
              <a:defRPr sz="2200">
                <a:solidFill>
                  <a:srgbClr val="1E293B"/>
                </a:solidFill>
                <a:latin typeface="Noto Sans CJK KR"/>
              </a:defRPr>
            </a:pPr>
            <a:r>
              <a:rPr>
                <a:latin typeface="Noto Sans CJK KR"/>
              </a:rPr>
              <a:t>• 영상이 끝날때까지 BPM 을 측정 및 LCD 화면에 출력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4892040"/>
            <a:ext cx="4160520" cy="6126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5074920"/>
            <a:ext cx="379476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563EB"/>
                </a:solidFill>
                <a:latin typeface="Noto Sans CJK KR"/>
              </a:rPr>
              <a:t>영상 종료 전까지 측정 루프 유지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13248" y="1344168"/>
            <a:ext cx="5861304" cy="5038344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819" y="1417320"/>
            <a:ext cx="4246162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828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akaoTalk_20260611_114312684">
            <a:hlinkClick r:id="" action="ppaction://media"/>
            <a:extLst>
              <a:ext uri="{FF2B5EF4-FFF2-40B4-BE49-F238E27FC236}">
                <a16:creationId xmlns:a16="http://schemas.microsoft.com/office/drawing/2014/main" id="{E80C3E19-C49E-2D65-4413-45BE734086B9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603248" y="1358406"/>
            <a:ext cx="9262872" cy="5033250"/>
          </a:xfrm>
        </p:spPr>
      </p:pic>
      <p:sp>
        <p:nvSpPr>
          <p:cNvPr id="13" name="Rectangle 12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동작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06808" y="6144768"/>
            <a:ext cx="10012680" cy="38404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53696" y="6254496"/>
            <a:ext cx="950976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실제 회로 연결 및 영상 재생 중 심박수 측정 동작</a:t>
            </a:r>
          </a:p>
        </p:txBody>
      </p:sp>
    </p:spTree>
    <p:extLst>
      <p:ext uri="{BB962C8B-B14F-4D97-AF65-F5344CB8AC3E}">
        <p14:creationId xmlns:p14="http://schemas.microsoft.com/office/powerpoint/2010/main" val="193482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0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1554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13232" y="502920"/>
            <a:ext cx="77724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0F172A"/>
                </a:solidFill>
                <a:latin typeface="Noto Sans CJK KR"/>
              </a:rPr>
              <a:t>참고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170432"/>
            <a:ext cx="96012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44200" y="594360"/>
            <a:ext cx="7772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1500" b="1">
                <a:solidFill>
                  <a:srgbClr val="64748B"/>
                </a:solidFill>
                <a:latin typeface="Noto Sans CJK KR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828800"/>
            <a:ext cx="4389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417320" y="2148840"/>
            <a:ext cx="141732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45336" y="2203704"/>
            <a:ext cx="11612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Reference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788920"/>
            <a:ext cx="3429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72A"/>
                </a:solidFill>
                <a:latin typeface="Noto Sans CJK KR"/>
              </a:rPr>
              <a:t>개인 블로그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3291840"/>
            <a:ext cx="36118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563EB"/>
                </a:solidFill>
                <a:latin typeface="Noto Sans CJK KR"/>
              </a:rPr>
              <a:t>https://gent.tistory.com/73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1828800"/>
            <a:ext cx="438912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903720" y="2148840"/>
            <a:ext cx="1417320" cy="347472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31736" y="2203704"/>
            <a:ext cx="116128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FFFFFF"/>
                </a:solidFill>
                <a:latin typeface="Noto Sans CJK KR"/>
              </a:rPr>
              <a:t>Reference 02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2761488"/>
            <a:ext cx="868679" cy="8686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001000" y="295351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0F172A"/>
                </a:solidFill>
                <a:latin typeface="Noto Sans CJK KR"/>
              </a:rPr>
              <a:t>Chat GPT</a:t>
            </a:r>
          </a:p>
        </p:txBody>
      </p:sp>
    </p:spTree>
    <p:extLst>
      <p:ext uri="{BB962C8B-B14F-4D97-AF65-F5344CB8AC3E}">
        <p14:creationId xmlns:p14="http://schemas.microsoft.com/office/powerpoint/2010/main" val="1917095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192</Words>
  <Application>Microsoft Office PowerPoint</Application>
  <PresentationFormat>와이드스크린</PresentationFormat>
  <Paragraphs>53</Paragraphs>
  <Slides>8</Slides>
  <Notes>0</Notes>
  <HiddenSlides>0</HiddenSlides>
  <MMClips>1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Noto Sans CJK KR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이상혁</dc:creator>
  <cp:lastModifiedBy>이상혁</cp:lastModifiedBy>
  <cp:revision>8</cp:revision>
  <dcterms:created xsi:type="dcterms:W3CDTF">2026-06-11T02:58:36Z</dcterms:created>
  <dcterms:modified xsi:type="dcterms:W3CDTF">2026-06-11T03:32:30Z</dcterms:modified>
</cp:coreProperties>
</file>